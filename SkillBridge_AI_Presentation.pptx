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50000">
                <a:srgbClr val="2563EB"/>
              </a:gs>
              <a:gs pos="100000">
                <a:srgbClr val="0E7490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743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SkillBridge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698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● AI Career Engine —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SkillBridge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6B6D4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14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BAD8F8"/>
                </a:solidFill>
                <a:latin typeface="Calibri"/>
              </a:rPr>
              <a:t>"Your Skills. Your Future."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08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  <a:latin typeface="Calibri"/>
              </a:rPr>
              <a:t>Discover your career path, identify skill gaps, build
a personalized roadmap, and connect with opportunities
— powered by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343400"/>
            <a:ext cx="2103120" cy="45720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4389120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🔍  Analyze My 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4343400"/>
            <a:ext cx="192024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4389120"/>
            <a:ext cx="1901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🚀  Explore Careers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🎯  Try Demo — One 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005840"/>
            <a:ext cx="4206240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0972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172A"/>
                </a:solidFill>
                <a:latin typeface="Calibri"/>
              </a:rP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Student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2618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664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057400"/>
            <a:ext cx="4206240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2057400"/>
            <a:ext cx="54864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148839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221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AI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23134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715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3108960"/>
            <a:ext cx="4206240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3108960"/>
            <a:ext cx="54864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2004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Skill Gap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336499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767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160520"/>
            <a:ext cx="4206240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0" y="4160520"/>
            <a:ext cx="54864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4251959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325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Learning Roadmap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0" y="4416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5212079"/>
            <a:ext cx="4206240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5212079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53035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376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Career Opportunity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430000" y="5468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Students don't lack potential.
They lack 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205740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2057400"/>
            <a:ext cx="27889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  <a:latin typeface="Calibri"/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Career Confusion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375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"Which career actually fits my skills?"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205740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2057400"/>
            <a:ext cx="27889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240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Generic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3375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"What should I learn next?"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408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205740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2057400"/>
            <a:ext cx="2788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240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Hidden Skill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3375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"What skills am I missing?"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0496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8864" y="2057400"/>
            <a:ext cx="2788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98864" y="2057400"/>
            <a:ext cx="27889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240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  <a:latin typeface="Calibri"/>
              </a:rP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2834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Opportunity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3375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"Which internships or jobs match me?"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30584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39728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From Student to Career — in 5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91640"/>
            <a:ext cx="21945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194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5681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Calibri"/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291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Build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404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Add skills, projects, certificates &amp; career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1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691640"/>
            <a:ext cx="21945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69164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195681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291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AI Skill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8404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AI engine analyzes your profile vs. industry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691640"/>
            <a:ext cx="21945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691640"/>
            <a:ext cx="21945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0644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4" y="195681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291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Detect Skill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8404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See exactly which skills you need to become job-ready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691640"/>
            <a:ext cx="21945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1691640"/>
            <a:ext cx="21945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8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195681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291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Generate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8404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Step-by-step personalized learning path with resources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1691640"/>
            <a:ext cx="219456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169164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56132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0464" y="195681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3291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Match Opportunities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38404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/>
              </a:rPr>
              <a:t>Discover internships &amp; jobs matched to your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AI CAREER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Tell Us About Yourself — AI Does the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54480"/>
            <a:ext cx="7498079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Full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75104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025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Ananya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Education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06624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340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B.Tech Computer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556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975104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0025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VIT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871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706624"/>
            <a:ext cx="3200400" cy="34747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7340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3rd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735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⚡  Your Skills  (select all that apply)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844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2102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35844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362102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Excel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5844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621024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Statistics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5844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62102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79" y="35844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9" y="362102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Power 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9592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32504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Machine Learning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399592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4032504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Data Visualization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39959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403250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Git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0" y="399592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59" y="403250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Figma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53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🎯  Target Career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846320"/>
            <a:ext cx="3200400" cy="40233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892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✓  Data Analyst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40680"/>
            <a:ext cx="4114800" cy="53035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5522976"/>
            <a:ext cx="4096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🔍   Analyze My Career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1554480"/>
            <a:ext cx="40233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What You'll 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103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Career Match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See how well you fit your target role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9260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9260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 Gap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18211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Know exactly what's missing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74903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Personalized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0050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Step-by-step learning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572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572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Job Matches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828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Real opportunities matched to you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394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AI Explanation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650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Human-readable insights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AI ANALYSIS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Watch the AI Analyze Your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54480"/>
            <a:ext cx="57607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0" y="1783080"/>
            <a:ext cx="1371600" cy="13716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3248" y="1874519"/>
            <a:ext cx="1335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91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Calibri"/>
              </a:rPr>
              <a:t>Analyzing Your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03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Powered by SkillBridge AI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160520"/>
            <a:ext cx="5394960" cy="34747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1970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2245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Reading profile...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590288"/>
            <a:ext cx="5394960" cy="34747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626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542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Extracting skills...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020056"/>
            <a:ext cx="5394960" cy="34747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5056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8406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Comparing career requirements...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5449824"/>
            <a:ext cx="5394960" cy="347472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5138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Calibri"/>
              </a:rPr>
              <a:t>Identifying skill gaps...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879592"/>
            <a:ext cx="5394960" cy="34747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5916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943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Generating recommendations...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6263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2636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alibri"/>
              </a:rPr>
              <a:t>60%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6492240"/>
            <a:ext cx="5760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83280" y="6492240"/>
            <a:ext cx="3456432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Student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Name: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2103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Ananya Sharma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Degree: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B.Tech CSE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054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Skills: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0540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Python, Excel, Statistics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529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Projects: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35295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Sales Prediction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005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Certificates: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4005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Python Fundamentals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480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Target: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Data 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AI ANALYSIS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Ananya's Career Intelligence Report — Data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087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563EB"/>
                </a:solidFill>
                <a:latin typeface="Calibri"/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Career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5087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6276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212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Job Readiness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5087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AF5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62763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162763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  <a:latin typeface="Calibri"/>
              </a:rPr>
              <a:t>7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212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Skill Strength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291840"/>
            <a:ext cx="1188720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" y="3291840"/>
            <a:ext cx="10936224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108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Career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7160" y="3108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92%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767328"/>
            <a:ext cx="1188720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" y="3767328"/>
            <a:ext cx="9272016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35844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Job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7160" y="358444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78%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4242816"/>
            <a:ext cx="1188720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" y="4242816"/>
            <a:ext cx="8321040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405993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Skill Strength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67160" y="40599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434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✓  Skills You Have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480060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280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✓  Python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521208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39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✓  Excel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562356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650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✓  Statistics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434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✕  Skills Needed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480060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✕  SQL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486460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0024" y="4864608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521208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5239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✕  Power 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527608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0024" y="5276088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23360" y="5623560"/>
            <a:ext cx="3474720" cy="329184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5650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⚠  Data Visualization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56875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0024" y="5687568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343400"/>
            <a:ext cx="420624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4462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🤖  AI Insight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8006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F172A"/>
                </a:solidFill>
                <a:latin typeface="Calibri"/>
              </a:rPr>
              <a:t>"Ananya already has a strong foundation in Python, Excel and Statistics. To become more competitive for Data Analyst roles, focus on SQL, Power BI and practical data visualization."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SKILL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Detailed Gap Breakdown — What to Learn &amp;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118872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72768"/>
            <a:ext cx="64008" cy="15727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8249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075688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2084832"/>
            <a:ext cx="758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23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Importance: 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651760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" y="2651760"/>
            <a:ext cx="2432304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1755648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828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Current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214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Beginner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755648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28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Required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214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Intermediate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755648"/>
            <a:ext cx="3383280" cy="50292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📚  W3Schools SQL + Mode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3500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⏱  Effort: 3–4 weeks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1847088"/>
            <a:ext cx="150876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33304" y="1892807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Start Learning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3291839"/>
            <a:ext cx="118872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291839"/>
            <a:ext cx="64008" cy="15727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401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Power BI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3794759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3803904"/>
            <a:ext cx="758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14223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Importance: 85%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4370831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8912" y="4370831"/>
            <a:ext cx="2176272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0400" y="3474720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547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Current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8404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None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3474720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3547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Required Level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4047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Intermediate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3474720"/>
            <a:ext cx="3383280" cy="50292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547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📚  Microsoft Learn — Power BI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0690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⏱  Effort: 3–5 weeks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3566159"/>
            <a:ext cx="150876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33304" y="3611879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Start Learning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5010912"/>
            <a:ext cx="118872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5010912"/>
            <a:ext cx="64008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Data Visualization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" y="5513831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" y="5522975"/>
            <a:ext cx="758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586130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Importance: 78%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" y="6089903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8912" y="6089903"/>
            <a:ext cx="1997049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200400" y="5193792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52669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Current Level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5559551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Basic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0" y="5193792"/>
            <a:ext cx="164592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52669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Required Level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559551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Intermediate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03720" y="5193792"/>
            <a:ext cx="3383280" cy="50292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95160" y="5266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📚  Storytelling with Data + Tableau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5788151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⏱  Effort: 2–3 weeks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24160" y="5285231"/>
            <a:ext cx="1508760" cy="38404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33304" y="5330951"/>
            <a:ext cx="1490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Start Learning 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MY CAREER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Personalized Learning Path — Data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481328"/>
            <a:ext cx="11887200" cy="65836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Overall Roadmap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1 of 6 steps completed   |   Overall: 27%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37360"/>
            <a:ext cx="594360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1604772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" y="233172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" y="2496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14600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5146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2514600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563EB"/>
                </a:solidFill>
                <a:latin typeface="Calibri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SQL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2971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W3Schools SQL, Mode Analytics, Khan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33832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3 weeks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3630168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3192" y="3630168"/>
            <a:ext cx="2199132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3447287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65%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931920"/>
            <a:ext cx="1828800" cy="30175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968496"/>
            <a:ext cx="18105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▶  Continue Learning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33672" y="233172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98264" y="2496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2514600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93992" y="25146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2514600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Upcoming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Power 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2971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Microsoft Learn, SQLBI, Guy in a Cube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3832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4 weeks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3630168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98264" y="3630168"/>
            <a:ext cx="45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2904" y="3447287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38744" y="2331720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03336" y="2496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514600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99063" y="25146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08208" y="2514600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Upcoming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1976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Data Visualization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2971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Storytelling with Data, Tableau 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33832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3 weeks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03336" y="3630168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03336" y="3630168"/>
            <a:ext cx="45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37976" y="3447287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" y="4507992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93192" y="467258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4690872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88920" y="46908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98064" y="4690872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Upcoming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" y="46908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Real-world Project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Kaggle, GitHub, Towards Data Science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2 weeks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3192" y="58064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93192" y="5806440"/>
            <a:ext cx="45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7832" y="56235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33672" y="4507992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98264" y="467258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7408" y="4690872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05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93992" y="46908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03136" y="4690872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Upcoming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46904" y="46908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Google Analytics Certificate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8264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Coursera — Google, DataCamp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98264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4 weeks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98264" y="58064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98264" y="5806440"/>
            <a:ext cx="45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32904" y="56235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38744" y="4507992"/>
            <a:ext cx="374903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03336" y="467258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4690872"/>
            <a:ext cx="438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99063" y="46908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08208" y="4690872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4748B"/>
                </a:solidFill>
                <a:latin typeface="Calibri"/>
              </a:rPr>
              <a:t>Upcoming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46908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Apply for Jobs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03336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📚 LinkedIn, Internshala, Naukri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03336" y="5559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⏱  Ongoing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03336" y="5806440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03336" y="5806440"/>
            <a:ext cx="457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7976" y="5623559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AI OPPORTUNITY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Jobs &amp; Internships Matched to Your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08760"/>
            <a:ext cx="1188720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72768"/>
            <a:ext cx="1371600" cy="30175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Type: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572768"/>
            <a:ext cx="1371600" cy="30175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5910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Location: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572768"/>
            <a:ext cx="1371600" cy="30175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910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Match: 70%+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72768"/>
            <a:ext cx="1371600" cy="30175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591056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Sort: Match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6093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4748B"/>
                </a:solidFill>
                <a:latin typeface="Calibri"/>
              </a:rPr>
              <a:t>5 opportunities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240280"/>
            <a:ext cx="580644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23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 Analyst Intern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DataNova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40487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  <a:latin typeface="Calibri"/>
              </a:rPr>
              <a:t>92% 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📍 Bengaluru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563EB"/>
                </a:solidFill>
                <a:latin typeface="Calibri"/>
              </a:rPr>
              <a:t>Internship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553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59669"/>
                </a:solidFill>
                <a:latin typeface="Calibri"/>
              </a:rPr>
              <a:t>₹15,000/mo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34107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Your Match: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Python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Excel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Statistics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3512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SQL 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" y="4069080"/>
            <a:ext cx="228600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4087368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View Opportunity 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2240280"/>
            <a:ext cx="580644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423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Junior Business 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7432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TechCorp Solutions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0" y="240487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81944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59669"/>
                </a:solidFill>
                <a:latin typeface="Calibri"/>
              </a:rPr>
              <a:t>84% Match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📍 Remote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555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5469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563EB"/>
                </a:solidFill>
                <a:latin typeface="Calibri"/>
              </a:rPr>
              <a:t>Full-time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7152" y="304495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26296" y="3044952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59669"/>
                </a:solidFill>
                <a:latin typeface="Calibri"/>
              </a:rPr>
              <a:t>₹5.5 LPA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34107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Your Match: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Excel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Statistics 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SQL 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73952" y="4069080"/>
            <a:ext cx="228600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4087368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View Opportunity 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" y="4599432"/>
            <a:ext cx="580644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4782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4782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 Science Intern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51023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AI Ventures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92040" y="4764024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1184" y="4782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79% Match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319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📍 Hyderabad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6479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7393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563EB"/>
                </a:solidFill>
                <a:latin typeface="Calibri"/>
              </a:rPr>
              <a:t>Internship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3639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4553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59669"/>
                </a:solidFill>
                <a:latin typeface="Calibri"/>
              </a:rPr>
              <a:t>₹20,000/mo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Your Match: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Python 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53512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Statistics 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192" y="6245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ML 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53512" y="6245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SQL ✕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3192" y="6428232"/>
            <a:ext cx="228600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" y="6446520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View Opportunity 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60" y="4599432"/>
            <a:ext cx="5806440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4782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4782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Product Analyst Intern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0" y="51023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StartupX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72800" y="4764024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81944" y="4782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76% Match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7395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8309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📍 Mumbai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4555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5469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563EB"/>
                </a:solidFill>
                <a:latin typeface="Calibri"/>
              </a:rPr>
              <a:t>Internship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217152" y="540410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26296" y="5404104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59669"/>
                </a:solidFill>
                <a:latin typeface="Calibri"/>
              </a:rPr>
              <a:t>₹12,000/mo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3952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Your Match: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73952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Python 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4272" y="5989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Excel 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73952" y="6245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SQL ✕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73952" y="6428232"/>
            <a:ext cx="228600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83096" y="6446520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View Opportunity →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STUDENT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Good morning, Ananya 👋  —  Your Career Intelligence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36192"/>
            <a:ext cx="2834640" cy="13258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" y="166420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Calibri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51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Career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 Data 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536192"/>
            <a:ext cx="2834640" cy="13258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166420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59669"/>
                </a:solidFill>
                <a:latin typeface="Calibri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651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Job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overall readiness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536192"/>
            <a:ext cx="2834640" cy="1325880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1655" y="166420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5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  <a:latin typeface="Calibri"/>
              </a:rPr>
              <a:t>7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5" y="2651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required skills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536192"/>
            <a:ext cx="2834640" cy="132588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90888" y="166420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6517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0888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skills to learn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3035808"/>
            <a:ext cx="7772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035808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08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🤖  Your AI Recommendation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429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172A"/>
                </a:solidFill>
                <a:latin typeface="Calibri"/>
              </a:rPr>
              <a:t>"Complete SQL fundamentals next. After that, build one Power BI dashboard project to improve your Data Analyst readiness from 78% to ~90%."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035808"/>
            <a:ext cx="3840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127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127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31272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Data 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456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4564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27% 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78561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78561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Top Skill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Best Match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1148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92%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Roadmap Progress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4919472"/>
            <a:ext cx="7955279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28600" y="4919472"/>
            <a:ext cx="2147925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47365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27% Complete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5074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 of 6 steps done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4572000"/>
            <a:ext cx="384048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46451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🏆  Best Opportunity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 Analyst Intern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52852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DataNova Analytics · Bengaluru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66760" y="55778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75904" y="5586984"/>
            <a:ext cx="941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92% Match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5989320"/>
            <a:ext cx="2011680" cy="3200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75904" y="6016752"/>
            <a:ext cx="199339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View Opportunity 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EXPLORE CAREERS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7 Career Paths — Find Your Perfect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72768"/>
            <a:ext cx="28346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007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Data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311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92%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871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487168"/>
            <a:ext cx="2355494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9344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0837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3008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112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3529584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15727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572768"/>
            <a:ext cx="28346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17007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7" y="1755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AI/ML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22311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55%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79" y="24871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79" y="2487168"/>
            <a:ext cx="1408176" cy="1097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83279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2424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Python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79" y="300837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3008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TensorFlow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79" y="35112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2424" y="3529584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5727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572768"/>
            <a:ext cx="283464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7007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1755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Software Developer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2311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30%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4871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2487168"/>
            <a:ext cx="768096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DSA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44383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Algorithms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00837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9944" y="3008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Git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5112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3529584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81159" y="15727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59" y="1572768"/>
            <a:ext cx="28346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19" y="17007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9528" y="1755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Cybersecurity Analyst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19" y="22311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20%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19" y="24871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418319" y="248716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418319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27463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Networking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52759" y="26883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61903" y="2688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Linux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18319" y="300837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27463" y="3008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Python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18319" y="35112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27463" y="3529584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" y="40873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4087368"/>
            <a:ext cx="2834640" cy="6400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2153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UI/UX Designer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47457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50017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65760" y="5001768"/>
            <a:ext cx="45720" cy="109728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4904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Figma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00200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09344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UX Research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5522975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" y="552297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Wireframing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60258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4904" y="6044183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46120" y="40873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46120" y="4087368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83279" y="42153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☁️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04487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Cloud Engineer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83279" y="47457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0%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83279" y="50017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383279" y="5001768"/>
            <a:ext cx="45720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383279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92424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AWS/Azure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17720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26864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Docker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83279" y="5522975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92424" y="552297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Kubernetes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83279" y="60258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92424" y="6044183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63640" y="40873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63640" y="4087368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0" y="42153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22007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Product Manager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47457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Your Match: 15%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0" y="5001768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400800" y="5001768"/>
            <a:ext cx="38404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00800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9944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Product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635240" y="5202936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44383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SQL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400800" y="5522975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9944" y="552297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Agile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0" y="6025896"/>
            <a:ext cx="201168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09944" y="6044183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🎯 Check My Match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81159" y="4087368"/>
            <a:ext cx="2834640" cy="23317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784080" y="491032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More careers
coming soon...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BRIDGEBOT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Your Personal AI Career Advisor — Available 24/7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6858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6858000" cy="685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BridgeBot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E7B7"/>
                </a:solidFill>
                <a:latin typeface="Calibri"/>
              </a:rPr>
              <a:t>● Online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45720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Calibri"/>
              </a:rPr>
              <a:t>💬  What skills should I learn next?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45720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  <a:latin typeface="Calibri"/>
              </a:rPr>
              <a:t>💬  Am I ready for Data Analyst jobs?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429000"/>
            <a:ext cx="4572000" cy="34747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What skills should I learn next?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04487"/>
            <a:ext cx="5943600" cy="1078992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41063"/>
            <a:ext cx="57607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Based on your profile, I recommend focusing on SQL first — it's the highest priority gap for Data Analyst. After that, tackle Power BI to build dashboard skills. These two will boost your readiness from 78% to over 88%.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148071"/>
            <a:ext cx="4572000" cy="34747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519379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Calibri"/>
              </a:rPr>
              <a:t>Which career suits my profile?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23559"/>
            <a:ext cx="5943600" cy="87782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60135"/>
            <a:ext cx="5760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Your skills (Python, Excel, Statistics) align best with Data Analyst (92% match). You're also a good fit for Business Analyst (80%) and Data Science (70%).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6291072"/>
            <a:ext cx="6858000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276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Ask anything about your career...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BridgeBot Can Help With: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05740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1488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21488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Career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4048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Compares your profile to any career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283464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92608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9260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 Gap Advice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31821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Tells you exactly what to learn next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61188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370332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37033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Roadmap Guidance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395935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Step-by-step learning recommendations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38912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4480559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448055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Job Search Tips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47365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How to stand out for internships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516636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525780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52578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Progress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5138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Checks your improvement over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5943600"/>
            <a:ext cx="457200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6035040"/>
            <a:ext cx="365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60350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Interview Prep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8" y="6291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Common questions for your target role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Built with Modern, Production-Grade 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7739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" y="1801368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⚛️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8288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182880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UI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579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React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Component-based SPA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85032"/>
            <a:ext cx="376732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24528" y="1572768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7739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801368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18288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72" y="182880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Build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1579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Vite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Lightning-fast HMR dev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685032"/>
            <a:ext cx="376732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1572768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03336" y="17739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801368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18288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Styling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1579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Tailwind CSS v4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Utility-first, custom design tokens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3685032"/>
            <a:ext cx="376732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8600" y="3968496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4169663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3" y="419709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2245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2144" y="422452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State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553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React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Global state — no Redux needed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080760"/>
            <a:ext cx="376732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24528" y="3968496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07408" y="4169663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16552" y="419709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38928" y="42245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48072" y="422452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Skill Matching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553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AI Logic (JS)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Match score = matched/total × 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24528" y="6080760"/>
            <a:ext cx="376732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20456" y="3968496"/>
            <a:ext cx="3767328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03336" y="4169663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4197096"/>
            <a:ext cx="6217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F172A"/>
                </a:solidFill>
                <a:latin typeface="Calibri"/>
              </a:rPr>
              <a:t>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6" y="422452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22452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Mobile-first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45537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Responsive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Desktop + tablet + mobile ready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0456" y="6080760"/>
            <a:ext cx="3767328" cy="6400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28600" y="6382512"/>
            <a:ext cx="11887200" cy="32004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4008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🧠  AI Formula:   Match Score = (Matched Required Skills ÷ Total Required Skills) × 100   |   Job Readiness = Match × 0.75 + Project Bonus + Certificate Bonus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Everything a Student Needs — In One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72768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19656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7373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AI Career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214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Smart skill-to-career matching with real match percentages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72768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72768"/>
            <a:ext cx="54864" cy="11155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9656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7373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Skill Gap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12140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Detailed gap analysis with priority levels and learning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834639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834639"/>
            <a:ext cx="54864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81527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2999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Personalized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338327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Step-by-step learning path with progress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34639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834639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81527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999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Opportunity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38327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AI-curated internships &amp; jobs filtered by your match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4096511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096511"/>
            <a:ext cx="54864" cy="11155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343400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42611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Career Explorer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4645151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Compare yourself to 7 career paths with instant match scores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096511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096511"/>
            <a:ext cx="54864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43400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2611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BridgeBot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645151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24/7 AI advisor for career questions and personalized tips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358383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5358383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605271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7" y="552297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Responsive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7" y="5907023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Fully works on desktop, tablet, and mobile devices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358383"/>
            <a:ext cx="585216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5358383"/>
            <a:ext cx="54864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605271"/>
            <a:ext cx="475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5522975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Demo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5907023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One-click demo loads Ananya's complete profile for presentations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9144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188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SkillBridge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DEMO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961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One-Click Demo — Perfect for Live Presentations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45920"/>
            <a:ext cx="3657600" cy="685800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1104" y="1709928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   Try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↓  Click loads instantly: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07792"/>
            <a:ext cx="63093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80" y="30632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3108960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90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Ananya Sharma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381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B.Tech CSE · VIT ·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22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⚡  Skills: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822191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Python · Excel · Statistics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79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📁  Projects: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279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Sales Prediction System, Customer Segmentation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736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🏆  Certificates: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7365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Python Fundamentals (Coursera)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1937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🎯  Target Career: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1937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Data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650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alibri"/>
              </a:rPr>
              <a:t>📈  Experience: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650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07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Automatically Populates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37560"/>
            <a:ext cx="25146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410712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🎛️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Dashboard with 92% match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904487"/>
            <a:ext cx="25146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977639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995927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Skill gap: SQL, Power BI, Data Viz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471416"/>
            <a:ext cx="25146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5445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62855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6-step learning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5038344"/>
            <a:ext cx="25146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111496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129783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5 matched job opportunities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605272"/>
            <a:ext cx="251460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678424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6967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BridgeBot pre-loaded with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50000">
                <a:srgbClr val="2563EB"/>
              </a:gs>
              <a:gs pos="100000">
                <a:srgbClr val="0E7490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4864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2743200" cy="274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182880"/>
            <a:ext cx="1371600" cy="137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56032"/>
            <a:ext cx="438912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74320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SkillBridge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"We don't just recommend a job.
We show you how to become ready for it."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06B6D4"/>
                </a:solidFill>
                <a:latin typeface="Calibri"/>
              </a:rPr>
              <a:t>Discover. Improve. Connect.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84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AD8F8"/>
                </a:solidFill>
                <a:latin typeface="Calibri"/>
              </a:rPr>
              <a:t>Students Guided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584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AD8F8"/>
                </a:solidFill>
                <a:latin typeface="Calibri"/>
              </a:rPr>
              <a:t>AI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84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AD8F8"/>
                </a:solidFill>
                <a:latin typeface="Calibri"/>
              </a:rPr>
              <a:t>Career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5844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AD8F8"/>
                </a:solidFill>
                <a:latin typeface="Calibri"/>
              </a:rPr>
              <a:t>Opportunities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526280"/>
            <a:ext cx="94457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41648" y="4754880"/>
            <a:ext cx="4114800" cy="640080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0791" y="4818888"/>
            <a:ext cx="4096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🚀   Start Your Career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577840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3C5FD"/>
                </a:solidFill>
                <a:latin typeface="Calibri"/>
              </a:rPr>
              <a:t>skillbridge-ai.com  |  Try Demo → localhost:5174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989320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81B9"/>
                </a:solidFill>
                <a:latin typeface="Calibri"/>
              </a:rPr>
              <a:t>© 2026 SkillBridge AI — Your Skills. Your Future.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537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